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976D12-2BDB-4C75-9AF3-9B032B444D6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12335C-1601-40C0-BE0A-C37BACAE3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756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2335C-1601-40C0-BE0A-C37BACAE395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558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021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391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40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395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020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153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724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501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843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945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31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543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6E2FCD-FB42-93BE-3BBD-1AE89913FB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3007" y="603501"/>
            <a:ext cx="4361693" cy="15270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Scrum-Agile Pilot at </a:t>
            </a:r>
            <a:r>
              <a:rPr lang="en-US" sz="3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ChadaTech</a:t>
            </a:r>
            <a:endParaRPr 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White circuit board pattern">
            <a:extLst>
              <a:ext uri="{FF2B5EF4-FFF2-40B4-BE49-F238E27FC236}">
                <a16:creationId xmlns:a16="http://schemas.microsoft.com/office/drawing/2014/main" id="{39C017BA-0323-C346-7FB1-335EE8FE05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80" r="21120"/>
          <a:stretch>
            <a:fillRect/>
          </a:stretch>
        </p:blipFill>
        <p:spPr>
          <a:xfrm>
            <a:off x="1" y="10"/>
            <a:ext cx="6373368" cy="68579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F8F0101-DBF8-9A62-D18C-86B507D14F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3007" y="2212846"/>
            <a:ext cx="4361693" cy="4096514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Bridget Wood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SNHU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Professor Iles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02-17-2026</a:t>
            </a:r>
          </a:p>
        </p:txBody>
      </p:sp>
    </p:spTree>
    <p:extLst>
      <p:ext uri="{BB962C8B-B14F-4D97-AF65-F5344CB8AC3E}">
        <p14:creationId xmlns:p14="http://schemas.microsoft.com/office/powerpoint/2010/main" val="532452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7EAB0-9537-3F37-55A2-FF0FE6699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Explaining Agile Roles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688F0-0949-3D77-4C35-2612B5F1B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 Team Roles: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Owner: Owns backlog, prioritizes work, represents customer needs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Scrum Master: Facilitates Scrum, removes blockers, supports team success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Developers: Build, test, and deliver increments of working software</a:t>
            </a:r>
          </a:p>
          <a:p>
            <a:pPr marL="0" indent="0">
              <a:buNone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roles matter: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ownership prevents confusion, improves accountability, and supports collaboration.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358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CDE18-C8E7-70B8-2C7C-4E0FAD14E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Explaining Agile Phases (Agile SDLC)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F3ECA-1938-3040-7A4A-2B4DB85DF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SDLC Phases in Scrum: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Planning: backlog refinement + sprint planning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Design: lightweight, continuous design as stories evolve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Development: iterative work completed each sprint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Testing: continuous testing inside each sprint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Deployment: incremental releases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+ Improvement: sprint review and retrospective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phases repeat every sprint rather than happening once.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32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B6610-9E17-9C7F-51AA-33360DA7C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vs Agile (How It Would Have Been Different)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F57EF-6742-1F3C-9283-281199A14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Waterfall Model: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locked early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development occur in long stages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happens late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are costly</a:t>
            </a:r>
          </a:p>
          <a:p>
            <a:pPr marL="0" indent="0">
              <a:buNone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Agile/Scrum Model Requirements evolve through backlog refinement: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software delivered frequently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occurs continuously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are expected and managed</a:t>
            </a:r>
          </a:p>
          <a:p>
            <a:pPr marL="0" indent="0">
              <a:buNone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 new booking requirement would have required major redesign in waterfall but was manageable through backlog reprioritization in Scrum.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68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921F4-AC56-B8C1-39BE-BB1994218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Waterfall or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10E04-0806-7315-D544-5461D8558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to Consider\Choose Waterfall when: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are stable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 is fixed</a:t>
            </a:r>
          </a:p>
          <a:p>
            <a:pPr marL="0" indent="0">
              <a:buNone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regulatory documentation is required\Choose Agile/Scrum when: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change often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 feedback is ongoing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Speed, flexibility, and early delivery matter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SNHU Travel project, Agile was the better fit due to evolving needs and the importance of frequent stakeholder feedback.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885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66B98-0B1B-1C46-7580-0C7FBB0BA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Learned +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41F9F-DCDC-451D-86CC-8BCCBA0E3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Scrum Improved at </a:t>
            </a:r>
            <a:r>
              <a:rPr lang="en-US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ChadaTech</a:t>
            </a: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communication and visibility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Faster feedback cycles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More flexible response to change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Stronger team collaboration</a:t>
            </a:r>
          </a:p>
          <a:p>
            <a:pPr marL="0" indent="0">
              <a:buNone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ChadaTech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should expand Scrum adoption across additional teams, starting with teams working on client-facing applications with evolving requirements.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836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F8E42-8423-DAF0-F1E4-F7ECD980B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656BB-9F1A-C2A2-7E86-4D8F91E17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management Institute. (2021). Agile practice guide (2nd ed.). Project Management Institute.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Schwaber, K., &amp; Sutherland, J. (2020). The Scrum guide: The definitive guide to Scrum: The rules of the game. Scrum.org.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Atlassian. (2024). Agile vs. waterfall: What’s the difference? Atlassian.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McKinsey &amp; Company. (2020). The impact of agility: How to shape your organization to compete. McKinsey &amp; Company.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845067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425</Words>
  <Application>Microsoft Office PowerPoint</Application>
  <PresentationFormat>Widescreen</PresentationFormat>
  <Paragraphs>55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Neue Haas Grotesk Text Pro</vt:lpstr>
      <vt:lpstr>Times New Roman</vt:lpstr>
      <vt:lpstr>VanillaVTI</vt:lpstr>
      <vt:lpstr>Scrum-Agile Pilot at ChadaTech</vt:lpstr>
      <vt:lpstr>Explaining Agile Roles </vt:lpstr>
      <vt:lpstr>Explaining Agile Phases (Agile SDLC)</vt:lpstr>
      <vt:lpstr>Waterfall vs Agile (How It Would Have Been Different)</vt:lpstr>
      <vt:lpstr>Choosing Waterfall or Agile</vt:lpstr>
      <vt:lpstr>Lessons Learned + Recommendation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Bridget Wood</dc:creator>
  <cp:lastModifiedBy>Bridget Wood</cp:lastModifiedBy>
  <cp:revision>1</cp:revision>
  <dcterms:created xsi:type="dcterms:W3CDTF">2026-02-17T20:04:55Z</dcterms:created>
  <dcterms:modified xsi:type="dcterms:W3CDTF">2026-02-17T20:47:28Z</dcterms:modified>
</cp:coreProperties>
</file>